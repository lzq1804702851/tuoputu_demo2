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01136-19DC-1AED-8490-D282782FC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0EF5EE-93BD-7432-690E-9E9FE5252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D9603E-E69A-50F3-9FF8-E5E8BF91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B83DF-4C89-9389-514B-79BF0E15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E487E-2B3A-AC09-2E15-73269BB1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507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91827-D3CE-E703-B38D-938E579DB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B67B01-8C67-6FEA-1602-8B301DE93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00514E-54A2-252B-4C5C-8217C45D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9B2A64-5536-DF26-9A08-207AFDA4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5C0B32-FD1B-ECC3-D77B-923BAD515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15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FDAEB-FE32-E41E-1388-08578A4C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86DB21-6872-F1B3-FFE1-4F47CFA58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86C5AE-6C01-5D27-6087-8D328027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84FF0B-C088-4317-2F1B-13DD388F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A2AF5D-1194-F103-DE6C-360DF362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082B5-66CF-578B-BFB1-D4EAC0EC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7DCA8-0BE6-89BD-3503-C91C04816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374333-AB71-223A-ADE4-352DF7ADB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559873-1FD1-3644-EF7D-AEDF76EF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1A53E1-87A3-C4EB-AC59-3C3DDC3B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8F7BA3-02E5-62E7-795C-65539328A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7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50D0C-D213-23C2-20AA-FAF7DD44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4D5086-5489-1230-277C-C83C2E9BB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877031-C38B-D833-62E2-EBDDADB8F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683F86-D66D-6B9B-A802-453DD1EBE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4CA3C4-7BDF-0701-10C4-D89067042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AEF389-DEE0-5F7C-F6D5-6863EDCC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EFB25F-22AF-48B8-1216-D4618E83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3676EC-0E7D-B8BC-04B1-14EA9673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24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BB860-2D32-E53C-1449-E5417B8A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C5C377-9D92-564C-DD19-6799820C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23AA54-E7CE-C354-A1B0-DFF591FE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49108E-803C-60E7-A728-FF34FE71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24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9D795B-8CB7-BCAD-0AC9-2D681D5A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3F6688-6149-CB88-A91D-7F1FA88C0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7040CF-E99D-9E0E-9A77-29A4832A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38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6905A-DB1D-5623-9975-8649E5163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6868D-128F-6DB7-AD27-FAC84EEFB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F0045B-D7F3-4E42-DD24-B47BA2684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9E1A13-5D94-D06F-B052-E1E9ED246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ED389C-6BF3-E507-DBCB-C16FD6A7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A2A830-712C-1A05-3954-1DB86A0A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75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CF88D-3FF8-35F3-EE9D-9EC2FBCC2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CD349D-47CA-ADB5-66D7-82FF2C876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08C7BA-A8BC-341B-8BC6-EBAA3184B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8C6B6-D673-3165-182F-3737724B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44EA22-3529-FC95-E6B8-F2BF158E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44A021-19BB-486F-4E79-F9B21BB9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31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19EF9-F821-7DE1-81C8-D62CFBA5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417934-ED3B-B7C1-2950-4BC21A15E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D47D1-F53B-842A-51EF-03F0961E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A874F7-9E00-A666-395F-FBBEFAD3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5FBE2C-BF17-F28B-8EAF-4F23CE10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41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B60841-1CDF-C796-65A3-8109D9CC1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52646A-8A0A-A001-8675-F5BCEAAC6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B563F0-F3E5-FACD-9F83-5BD2575A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0278D-4439-A288-EDE4-283C55C3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887080-337F-DC7E-DEFC-1C6D11C6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65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30C3CA-7252-BED0-BD5C-F564747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A514B0-42D6-D560-97B7-7EB4FF6C4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40EB89-1F93-03FC-059C-82D06E71B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EBBB7-9AE6-43EA-A1BF-A68B8F23727B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108CCF-117E-54E1-7B3A-8BE2812C9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35EC3-296A-454D-24C8-BD8C59E3D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50C48-8181-4414-8A48-51E349F5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79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746859B-4E35-C5BE-C030-5D2567D1477C}"/>
              </a:ext>
            </a:extLst>
          </p:cNvPr>
          <p:cNvSpPr/>
          <p:nvPr/>
        </p:nvSpPr>
        <p:spPr>
          <a:xfrm>
            <a:off x="-160317" y="2671948"/>
            <a:ext cx="4205842" cy="40554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707E7B1-30B5-45D2-6369-644E44B4E68E}"/>
              </a:ext>
            </a:extLst>
          </p:cNvPr>
          <p:cNvSpPr/>
          <p:nvPr/>
        </p:nvSpPr>
        <p:spPr>
          <a:xfrm>
            <a:off x="6608619" y="1244620"/>
            <a:ext cx="5583381" cy="54962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831400D-18F9-C64A-5E3D-2B6564D6BF0D}"/>
              </a:ext>
            </a:extLst>
          </p:cNvPr>
          <p:cNvSpPr/>
          <p:nvPr/>
        </p:nvSpPr>
        <p:spPr>
          <a:xfrm>
            <a:off x="3863884" y="76088"/>
            <a:ext cx="2163289" cy="21543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35132C0-29B4-3C04-7197-51E3B81EAFBC}"/>
              </a:ext>
            </a:extLst>
          </p:cNvPr>
          <p:cNvSpPr/>
          <p:nvPr/>
        </p:nvSpPr>
        <p:spPr>
          <a:xfrm>
            <a:off x="4063786" y="436307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9B1C562-7925-1DEE-209F-3CE04489A253}"/>
              </a:ext>
            </a:extLst>
          </p:cNvPr>
          <p:cNvSpPr/>
          <p:nvPr/>
        </p:nvSpPr>
        <p:spPr>
          <a:xfrm>
            <a:off x="5045479" y="1060751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4F679D3-051F-180F-F59D-BCB0B5ECE147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4619588" y="969303"/>
            <a:ext cx="425891" cy="3170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7F0C48D-B4D0-4363-BD65-EB10AEA6A038}"/>
              </a:ext>
            </a:extLst>
          </p:cNvPr>
          <p:cNvSpPr txBox="1"/>
          <p:nvPr/>
        </p:nvSpPr>
        <p:spPr>
          <a:xfrm>
            <a:off x="4945528" y="1594046"/>
            <a:ext cx="87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通信机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AA38D7-E8E0-F133-AE92-FF248BB6D763}"/>
              </a:ext>
            </a:extLst>
          </p:cNvPr>
          <p:cNvSpPr txBox="1"/>
          <p:nvPr/>
        </p:nvSpPr>
        <p:spPr>
          <a:xfrm>
            <a:off x="4026007" y="999084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终端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A3F753F-B55C-48F4-47E9-4C9491E71D23}"/>
              </a:ext>
            </a:extLst>
          </p:cNvPr>
          <p:cNvSpPr/>
          <p:nvPr/>
        </p:nvSpPr>
        <p:spPr>
          <a:xfrm>
            <a:off x="-120078" y="3758447"/>
            <a:ext cx="2163289" cy="21543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3C06FCA-69E2-7E6A-9172-209926E60EB3}"/>
              </a:ext>
            </a:extLst>
          </p:cNvPr>
          <p:cNvSpPr/>
          <p:nvPr/>
        </p:nvSpPr>
        <p:spPr>
          <a:xfrm>
            <a:off x="79824" y="4118666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2A92B55-0CEF-758A-85A8-1591753BBB29}"/>
              </a:ext>
            </a:extLst>
          </p:cNvPr>
          <p:cNvSpPr/>
          <p:nvPr/>
        </p:nvSpPr>
        <p:spPr>
          <a:xfrm>
            <a:off x="1061517" y="4743110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CD46EE0-209E-0098-90C8-7BCFE0E37864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635626" y="4651662"/>
            <a:ext cx="425891" cy="3170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1BF2E13-5699-8122-B6EE-0C9A37193FCC}"/>
              </a:ext>
            </a:extLst>
          </p:cNvPr>
          <p:cNvSpPr txBox="1"/>
          <p:nvPr/>
        </p:nvSpPr>
        <p:spPr>
          <a:xfrm>
            <a:off x="961566" y="52764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通信机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A459B3-4513-DBFE-FAE7-27ECE64B6DDE}"/>
              </a:ext>
            </a:extLst>
          </p:cNvPr>
          <p:cNvSpPr txBox="1"/>
          <p:nvPr/>
        </p:nvSpPr>
        <p:spPr>
          <a:xfrm>
            <a:off x="42045" y="46814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终端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AE601FF-E80D-1B6C-A446-BA6ACD4D948D}"/>
              </a:ext>
            </a:extLst>
          </p:cNvPr>
          <p:cNvSpPr/>
          <p:nvPr/>
        </p:nvSpPr>
        <p:spPr>
          <a:xfrm>
            <a:off x="9276608" y="1613952"/>
            <a:ext cx="2163289" cy="21543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15E6746-6A60-290C-87F0-5863E28B035F}"/>
              </a:ext>
            </a:extLst>
          </p:cNvPr>
          <p:cNvSpPr/>
          <p:nvPr/>
        </p:nvSpPr>
        <p:spPr>
          <a:xfrm>
            <a:off x="9476510" y="1974171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0AFE5E8-4DDF-E309-D677-FB38F197F7C9}"/>
              </a:ext>
            </a:extLst>
          </p:cNvPr>
          <p:cNvSpPr/>
          <p:nvPr/>
        </p:nvSpPr>
        <p:spPr>
          <a:xfrm>
            <a:off x="10458203" y="2598615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B8F2446-E624-8C60-A193-1B9993FC1BED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10032312" y="2507167"/>
            <a:ext cx="425891" cy="3170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383E4C4-0D3E-C0E7-C33C-1524DAC572B0}"/>
              </a:ext>
            </a:extLst>
          </p:cNvPr>
          <p:cNvSpPr txBox="1"/>
          <p:nvPr/>
        </p:nvSpPr>
        <p:spPr>
          <a:xfrm>
            <a:off x="10358252" y="3131910"/>
            <a:ext cx="87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通信机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BEF118B-D191-5424-76E4-D238C63A5AEC}"/>
              </a:ext>
            </a:extLst>
          </p:cNvPr>
          <p:cNvSpPr txBox="1"/>
          <p:nvPr/>
        </p:nvSpPr>
        <p:spPr>
          <a:xfrm>
            <a:off x="9438731" y="2536948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终端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D810CAE-B591-7A64-0ECE-83C1959C24BF}"/>
              </a:ext>
            </a:extLst>
          </p:cNvPr>
          <p:cNvSpPr/>
          <p:nvPr/>
        </p:nvSpPr>
        <p:spPr>
          <a:xfrm>
            <a:off x="9376558" y="4128552"/>
            <a:ext cx="2163289" cy="21543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FF34415-5E77-4623-A515-79D205C89BFC}"/>
              </a:ext>
            </a:extLst>
          </p:cNvPr>
          <p:cNvSpPr/>
          <p:nvPr/>
        </p:nvSpPr>
        <p:spPr>
          <a:xfrm>
            <a:off x="9576460" y="4488771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7453478-9BFF-9096-FECD-16E516C776F3}"/>
              </a:ext>
            </a:extLst>
          </p:cNvPr>
          <p:cNvSpPr/>
          <p:nvPr/>
        </p:nvSpPr>
        <p:spPr>
          <a:xfrm>
            <a:off x="10558153" y="5113215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B5830D8-D137-6CB1-2E6B-87E05070FC4B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10132262" y="5021767"/>
            <a:ext cx="425891" cy="3170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3116BA5-E4DE-0DCC-D2B9-F56ADD8325E9}"/>
              </a:ext>
            </a:extLst>
          </p:cNvPr>
          <p:cNvSpPr txBox="1"/>
          <p:nvPr/>
        </p:nvSpPr>
        <p:spPr>
          <a:xfrm>
            <a:off x="10458202" y="5646510"/>
            <a:ext cx="87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通信机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08703CF-6CFB-2F0C-E6A5-01BF5E98EB23}"/>
              </a:ext>
            </a:extLst>
          </p:cNvPr>
          <p:cNvSpPr txBox="1"/>
          <p:nvPr/>
        </p:nvSpPr>
        <p:spPr>
          <a:xfrm>
            <a:off x="9538681" y="5051548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终端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9F0ACB2-8116-AA4E-A665-898AAB06B7EC}"/>
              </a:ext>
            </a:extLst>
          </p:cNvPr>
          <p:cNvSpPr/>
          <p:nvPr/>
        </p:nvSpPr>
        <p:spPr>
          <a:xfrm>
            <a:off x="4601327" y="4038600"/>
            <a:ext cx="1494674" cy="144368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BEF86D62-4DE6-3BCC-5820-FCE74A9BDE13}"/>
              </a:ext>
            </a:extLst>
          </p:cNvPr>
          <p:cNvSpPr/>
          <p:nvPr/>
        </p:nvSpPr>
        <p:spPr>
          <a:xfrm>
            <a:off x="5046474" y="4421166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78CFBF-0D21-162D-609F-F9500BD546B7}"/>
              </a:ext>
            </a:extLst>
          </p:cNvPr>
          <p:cNvSpPr txBox="1"/>
          <p:nvPr/>
        </p:nvSpPr>
        <p:spPr>
          <a:xfrm>
            <a:off x="4942999" y="4995640"/>
            <a:ext cx="100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路由器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FE5A81B-5078-FC2C-74E6-7A8458DA6CE6}"/>
              </a:ext>
            </a:extLst>
          </p:cNvPr>
          <p:cNvSpPr txBox="1"/>
          <p:nvPr/>
        </p:nvSpPr>
        <p:spPr>
          <a:xfrm>
            <a:off x="4637029" y="5461844"/>
            <a:ext cx="1561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海上有线路由站点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8E69B4C-D1FE-728E-9880-D9D094F24F05}"/>
              </a:ext>
            </a:extLst>
          </p:cNvPr>
          <p:cNvSpPr txBox="1"/>
          <p:nvPr/>
        </p:nvSpPr>
        <p:spPr>
          <a:xfrm>
            <a:off x="8444456" y="6710083"/>
            <a:ext cx="211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海南岛有线通信网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9005A84-17DC-BC03-681E-D7930ED442C5}"/>
              </a:ext>
            </a:extLst>
          </p:cNvPr>
          <p:cNvSpPr txBox="1"/>
          <p:nvPr/>
        </p:nvSpPr>
        <p:spPr>
          <a:xfrm>
            <a:off x="844066" y="6708188"/>
            <a:ext cx="211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大洲岛有线通信网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A983AB57-B244-65AB-B4D7-D2C11CB4D548}"/>
              </a:ext>
            </a:extLst>
          </p:cNvPr>
          <p:cNvSpPr/>
          <p:nvPr/>
        </p:nvSpPr>
        <p:spPr>
          <a:xfrm>
            <a:off x="2383054" y="3784599"/>
            <a:ext cx="1494674" cy="144368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7BA06466-5A92-FEC8-FE7C-1680415CBAC4}"/>
              </a:ext>
            </a:extLst>
          </p:cNvPr>
          <p:cNvSpPr/>
          <p:nvPr/>
        </p:nvSpPr>
        <p:spPr>
          <a:xfrm>
            <a:off x="2828201" y="4167165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C805D6C-6620-B05B-0627-ACF9D7D7B617}"/>
              </a:ext>
            </a:extLst>
          </p:cNvPr>
          <p:cNvSpPr txBox="1"/>
          <p:nvPr/>
        </p:nvSpPr>
        <p:spPr>
          <a:xfrm>
            <a:off x="2724726" y="4741639"/>
            <a:ext cx="100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路由器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393BEA4-23BB-349B-56FA-8B7487833046}"/>
              </a:ext>
            </a:extLst>
          </p:cNvPr>
          <p:cNvSpPr txBox="1"/>
          <p:nvPr/>
        </p:nvSpPr>
        <p:spPr>
          <a:xfrm>
            <a:off x="2418756" y="5207843"/>
            <a:ext cx="1561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岛上核心路由站点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B628F20F-76F1-91AA-AB16-AB7178FF0FF8}"/>
              </a:ext>
            </a:extLst>
          </p:cNvPr>
          <p:cNvSpPr/>
          <p:nvPr/>
        </p:nvSpPr>
        <p:spPr>
          <a:xfrm>
            <a:off x="7310671" y="3318929"/>
            <a:ext cx="1494674" cy="144368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ECC948C7-B51A-0A01-B969-B63930074547}"/>
              </a:ext>
            </a:extLst>
          </p:cNvPr>
          <p:cNvSpPr/>
          <p:nvPr/>
        </p:nvSpPr>
        <p:spPr>
          <a:xfrm>
            <a:off x="7726956" y="3717576"/>
            <a:ext cx="651163" cy="6244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4EED067-D735-EA2E-AB07-0BA286B1742B}"/>
              </a:ext>
            </a:extLst>
          </p:cNvPr>
          <p:cNvSpPr txBox="1"/>
          <p:nvPr/>
        </p:nvSpPr>
        <p:spPr>
          <a:xfrm>
            <a:off x="7652343" y="4275969"/>
            <a:ext cx="100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路由器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9D7F4F8-28E6-8E3F-C1D9-B56A1DE4E93C}"/>
              </a:ext>
            </a:extLst>
          </p:cNvPr>
          <p:cNvSpPr txBox="1"/>
          <p:nvPr/>
        </p:nvSpPr>
        <p:spPr>
          <a:xfrm>
            <a:off x="7346373" y="4742173"/>
            <a:ext cx="1561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岛上核心路由站点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7D1874C-3B46-21ED-8A96-B8489911BC56}"/>
              </a:ext>
            </a:extLst>
          </p:cNvPr>
          <p:cNvSpPr txBox="1"/>
          <p:nvPr/>
        </p:nvSpPr>
        <p:spPr>
          <a:xfrm>
            <a:off x="3731090" y="2181210"/>
            <a:ext cx="248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号邮轮（内部通信网）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EAD24DA-A0FC-BC91-9D13-CFDC8E6D4C32}"/>
              </a:ext>
            </a:extLst>
          </p:cNvPr>
          <p:cNvCxnSpPr>
            <a:cxnSpLocks/>
            <a:stCxn id="17" idx="6"/>
            <a:endCxn id="45" idx="3"/>
          </p:cNvCxnSpPr>
          <p:nvPr/>
        </p:nvCxnSpPr>
        <p:spPr>
          <a:xfrm flipV="1">
            <a:off x="1712680" y="4700161"/>
            <a:ext cx="1210882" cy="3551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DD48E42-5DAA-3565-E7A4-B78A26C2A613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3456910" y="4522336"/>
            <a:ext cx="1589564" cy="2110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4BA77EF-F6EC-01F4-29D9-9C72DC2286F8}"/>
              </a:ext>
            </a:extLst>
          </p:cNvPr>
          <p:cNvCxnSpPr>
            <a:cxnSpLocks/>
          </p:cNvCxnSpPr>
          <p:nvPr/>
        </p:nvCxnSpPr>
        <p:spPr>
          <a:xfrm flipV="1">
            <a:off x="5709643" y="4307459"/>
            <a:ext cx="1636730" cy="4018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98DCEDC-EB85-5082-4019-F45106DFB0F5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8363032" y="3131611"/>
            <a:ext cx="2190532" cy="8337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0B8AF5F-8292-E518-4D70-D02C26CF1C74}"/>
              </a:ext>
            </a:extLst>
          </p:cNvPr>
          <p:cNvCxnSpPr>
            <a:cxnSpLocks/>
            <a:stCxn id="50" idx="0"/>
            <a:endCxn id="29" idx="3"/>
          </p:cNvCxnSpPr>
          <p:nvPr/>
        </p:nvCxnSpPr>
        <p:spPr>
          <a:xfrm>
            <a:off x="8152462" y="4275969"/>
            <a:ext cx="2501052" cy="13702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0332525-B1F9-290F-5C3D-E4A6C05C24F3}"/>
              </a:ext>
            </a:extLst>
          </p:cNvPr>
          <p:cNvCxnSpPr>
            <a:cxnSpLocks/>
            <a:stCxn id="17" idx="7"/>
            <a:endCxn id="8" idx="3"/>
          </p:cNvCxnSpPr>
          <p:nvPr/>
        </p:nvCxnSpPr>
        <p:spPr>
          <a:xfrm flipV="1">
            <a:off x="1617319" y="1593747"/>
            <a:ext cx="3523521" cy="32408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53E351F-F43A-8756-6966-26329A540352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5696642" y="1372973"/>
            <a:ext cx="4761561" cy="15378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F331D6F7-9B22-3F9B-8F09-16E49FA01664}"/>
              </a:ext>
            </a:extLst>
          </p:cNvPr>
          <p:cNvSpPr txBox="1"/>
          <p:nvPr/>
        </p:nvSpPr>
        <p:spPr>
          <a:xfrm>
            <a:off x="560887" y="5800110"/>
            <a:ext cx="211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大洲岛</a:t>
            </a:r>
            <a:r>
              <a:rPr lang="en-US" altLang="zh-CN" dirty="0"/>
              <a:t>1</a:t>
            </a:r>
            <a:r>
              <a:rPr lang="zh-CN" altLang="en-US" dirty="0"/>
              <a:t>号通信站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F47B9F8-6731-AA3D-6891-46BD3B9F8D67}"/>
              </a:ext>
            </a:extLst>
          </p:cNvPr>
          <p:cNvSpPr txBox="1"/>
          <p:nvPr/>
        </p:nvSpPr>
        <p:spPr>
          <a:xfrm>
            <a:off x="9426150" y="3617448"/>
            <a:ext cx="211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海南岛</a:t>
            </a:r>
            <a:r>
              <a:rPr lang="en-US" altLang="zh-CN" dirty="0"/>
              <a:t>1</a:t>
            </a:r>
            <a:r>
              <a:rPr lang="zh-CN" altLang="en-US" dirty="0"/>
              <a:t>号通信站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76A1384-4EE0-0484-5AEA-9EF69E0EF5B1}"/>
              </a:ext>
            </a:extLst>
          </p:cNvPr>
          <p:cNvSpPr txBox="1"/>
          <p:nvPr/>
        </p:nvSpPr>
        <p:spPr>
          <a:xfrm>
            <a:off x="9188408" y="5926018"/>
            <a:ext cx="211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海南岛</a:t>
            </a:r>
            <a:r>
              <a:rPr lang="en-US" altLang="zh-CN" dirty="0"/>
              <a:t>2</a:t>
            </a:r>
            <a:r>
              <a:rPr lang="zh-CN" altLang="en-US" dirty="0"/>
              <a:t>号通信站</a:t>
            </a:r>
          </a:p>
        </p:txBody>
      </p:sp>
    </p:spTree>
    <p:extLst>
      <p:ext uri="{BB962C8B-B14F-4D97-AF65-F5344CB8AC3E}">
        <p14:creationId xmlns:p14="http://schemas.microsoft.com/office/powerpoint/2010/main" val="356516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ziqi Lu</dc:creator>
  <cp:lastModifiedBy>ziqi Lu</cp:lastModifiedBy>
  <cp:revision>1</cp:revision>
  <dcterms:created xsi:type="dcterms:W3CDTF">2026-04-21T08:25:29Z</dcterms:created>
  <dcterms:modified xsi:type="dcterms:W3CDTF">2026-04-21T08:41:58Z</dcterms:modified>
</cp:coreProperties>
</file>